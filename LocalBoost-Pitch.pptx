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TU: bună ziua. Noi suntem echipa din spatele LocalBoost. În trei minute vă arătăm cum o firmă mică devine recomandată online, fără buget mare de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TU: ne adresăm managerilor de firme, fondatorilor și antreprenorilor. Oameni care știu să-și facă treaba, dar nu au timp sau buget pentru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TU: problema. Firmele mici depind de bugete mari de marketing ca să fie văzute. Fără buget, informația despre ele e împrăștiată și ele nu apar când cineva caută.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TU: soluția. O platformă care găsește golurile din prezența online a firmei și le repară, ca firma să poată fi recomandată online. Gimi vă arată cum.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pasul unu, Observă. Managerul scrie numele firmei, orașul și linkurile: site, Instagram, TikTok și Facebook. Dacă nu are una dintre ele, apasă Nu am și aplicația îi propune idei de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semnalele. Pe lângă recenzii, aplicația adună și comentarii de pe Instagram, TikTok și Facebook. Atenție: în demo sunt comentarii-exemplu, etichetate. Pentru comentarii reale e nevoie de conectarea oficială a conturilor, aprobată de proprietar.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diagnosticul. Din semnale aplicația scoate ce apreciază clienții, ce lipsește și care este cea mai bună oportunitate. Aici, un coffee break între 14:00 și 18:00.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concurența. O pagină separată compară firma cu cinci locuri din zonă: rating, recenzii, reach, rezervări online și ofertă de după-amiază. Locurile din demo sunt fictive.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acționează. Mission Control pornește misiunea de 48 de ore: cinci agenți AI lucrează pe rând. Dacă AI-ul nu răspunde în 8 secunde, intră un răspuns local, iar aplicația spune clar 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site-ul temporar. Pentru firmele fără site, generăm o pagină cu ofertă și buton de rezervare. Managerul editează textul, culorile, fontul și o exportă.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măsoară. Pachetul de acțiune are oferta, postarea, titlurile și merch-ul, toate cu un buton clar. Proof Board compară înainte cu după, iar valorile sunt introduse de manager și marcate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TU: transformarea. Managerul primește verificarea recenziilor și sfaturi, o sinteză a tot ce se spune online despre firma lui. Rezultatul: mai multă încredere, dacă informațiile sunt verificate, mai mulți clienți și o economie locală mai puternică.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GIMI: pe scurt, partea tehnică. Funcționează offline ca PWA, există aplicație Android, AI-ul rulează pe server și are rezervă locală. Spunem deschis ce e simulat în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TU: LocalBoost transformă ce se știe deja despre o firmă în pași care aduc clienți. Vă mulțumim, așteptăm întrebările.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9728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6974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F5640"/>
                </a:solidFill>
                <a:latin typeface="Fira Code"/>
              </a:rPr>
              <a:t>HACKATHON ·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IBM Plex Sans"/>
              </a:rPr>
              <a:t>LocalBoost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FD700"/>
                </a:solidFill>
                <a:latin typeface="IBM Plex Sans"/>
              </a:rPr>
              <a:t>Signal-to-Action OS pentru afacerile locale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88152" y="4480560"/>
            <a:ext cx="612648" cy="27432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709160"/>
            <a:ext cx="7616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A9B7C2"/>
                </a:solidFill>
                <a:latin typeface="IBM Plex Sans"/>
              </a:rPr>
              <a:t>Găsim golurile din prezența online a unei firme și le reparăm, ca să fie recomandată online.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CLIENȚII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Cui ne adresăm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611880" cy="19202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576" cy="19202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Manageri de firme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320040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Conduc o afacere locală și răspund de fiecare lună: clienți, cheltuieli, reputație.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3611880" cy="19202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737360"/>
            <a:ext cx="36576" cy="19202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Fondatori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304288"/>
            <a:ext cx="320040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Au pornit o afacere nouă și trebuie să fie găsiți de oameni care nu-i cunosc încă.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737360"/>
            <a:ext cx="3611880" cy="19202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737360"/>
            <a:ext cx="36576" cy="19202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920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Antreprenori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304288"/>
            <a:ext cx="320040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Fac totul singuri și nu au timp de analize, rapoarte sau agenții.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1091672" cy="173736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6576" cy="17373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680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Ce au în comun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98848"/>
            <a:ext cx="10680192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Nu au un buget mare de marketing.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Au deja recenzii, postări și clienți, dar nimeni nu le adună într-un singur loc.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Au nevoie de un pas următor clar, nu de încă un grafic.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263640"/>
            <a:ext cx="11091672" cy="347472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698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Demo-ul din această prezentare: Cafeneaua Copou, Iași — o afacere fictivă.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PROBLEMA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Vizibilitatea costă, iar firmele mici nu au bugetul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035040" cy="1234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6576" cy="12344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623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Depind de buget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562355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Cine nu poate plăti reclame și agenții rămâne greu de găsit online.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6035040" cy="1234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6576" cy="12344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5623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Informație împrăștiată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562355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Recenzii, comentarii, rețele sociale și site sunt în locuri diferite.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6035040" cy="1234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36576" cy="12344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5623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Goluri nevăzute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56048"/>
            <a:ext cx="562355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Un site fără buton de acțiune sau un program neclar pierd clienți fără ca managerul să afle.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32588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-p-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417320"/>
            <a:ext cx="2070400" cy="4480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IBM Plex Sans"/>
              </a:rPr>
              <a:t>Ecran real din aplicație: semnalele unei firme, adunate într-un loc.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SOLUȚIA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Observă → Diagnostichează → Acționează → Măsoară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79192" cy="2377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79192" cy="36576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5640"/>
                </a:solidFill>
                <a:latin typeface="Fira Cod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Sans"/>
              </a:rPr>
              <a:t>Observă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Adună semnale: recenzii, comentarii de pe social media, site, căutări.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737360"/>
            <a:ext cx="2679192" cy="2377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737360"/>
            <a:ext cx="2679192" cy="36576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920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5640"/>
                </a:solidFill>
                <a:latin typeface="Fira Cod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Sans"/>
              </a:rPr>
              <a:t>Diagnostichează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74320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Găsește golurile și alege o oportunitate cu dovezi.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737360"/>
            <a:ext cx="2679192" cy="2377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737360"/>
            <a:ext cx="2679192" cy="36576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920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5640"/>
                </a:solidFill>
                <a:latin typeface="Fira Cod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Sans"/>
              </a:rPr>
              <a:t>Acționează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74320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Creează oferta, postarea, titlurile și un site temporar.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737360"/>
            <a:ext cx="2679192" cy="23774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737360"/>
            <a:ext cx="2679192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1920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5640"/>
                </a:solidFill>
                <a:latin typeface="Fira Cod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Sans"/>
              </a:rPr>
              <a:t>Măsoară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74320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Compară înainte și după, la 48 de ore, cu cifre etichetate.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3" y="4306824"/>
            <a:ext cx="3360705" cy="1856231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verview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3287553" cy="1783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6263640"/>
            <a:ext cx="11091672" cy="347472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10698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Fiecare cifră din aplicație are sursa afișată la hover sau long press.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OBSERVĂ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Începem de la ce știe managerul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4599432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52628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1554480"/>
            <a:ext cx="3520440" cy="219456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554480"/>
            <a:ext cx="36576" cy="219456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7373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Date introduse de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121408"/>
            <a:ext cx="310896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Nume, tip de afacere, oraș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Website, Instagram, TikTok, Facebook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Buton „Nu am” pentru fiecare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-p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463040"/>
            <a:ext cx="2070400" cy="4480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03520" y="3931920"/>
            <a:ext cx="3520440" cy="21488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3931920"/>
            <a:ext cx="36576" cy="21488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4114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Facebook adăugat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498848"/>
            <a:ext cx="3108960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Pagina de Facebook intră în analiză la fel ca Instagram și TikTok, inclusiv în footerul site-ului generat.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263640"/>
            <a:ext cx="11091672" cy="347472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10698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Tot ce lipsește devine o sarcină: aplicația nu inventează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SEMNALE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Recenzii și comentarii din social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4928616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855464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2240" y="1554480"/>
            <a:ext cx="5120640" cy="13716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554480"/>
            <a:ext cx="36576" cy="137160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737360"/>
            <a:ext cx="4709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Surse de semnale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21408"/>
            <a:ext cx="47091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Recenzii, întrebări ale clienților, audit de site, tendințe de căutare și comentarii sociale.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108960"/>
            <a:ext cx="5120640" cy="150876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108960"/>
            <a:ext cx="36576" cy="15087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291840"/>
            <a:ext cx="4709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Spunem deschis ce e simulat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675888"/>
            <a:ext cx="4709159" cy="850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Comentariile din demo sunt exemple marcate DEMO. Datele reale vin doar prin conexiuni oficiale sau import 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800600"/>
            <a:ext cx="5120640" cy="128016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800600"/>
            <a:ext cx="36576" cy="12801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983480"/>
            <a:ext cx="4709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Platformele lipsă sunt listate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367528"/>
            <a:ext cx="4709159" cy="621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Dacă firma nu are TikTok, aplicația spune că niciun cont nu a fost adăugat.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Ce spun clienții și unde se pierd 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3329865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256713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-p-pul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207040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09160" y="1554480"/>
            <a:ext cx="2926080" cy="20116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554480"/>
            <a:ext cx="36576" cy="201168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Review 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21408"/>
            <a:ext cx="251460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Teme din recenzii, cu procente și motive.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749039"/>
            <a:ext cx="2926080" cy="233172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3749039"/>
            <a:ext cx="36576" cy="2331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93192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Reach dinamic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315968"/>
            <a:ext cx="2514600" cy="1673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Alegi intervalul (7, 30, 90 de zile sau data dorită) și cifrele se recalculează.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CONCURENȚA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Unde stai față de vecini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3633825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560673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-p-competi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463040"/>
            <a:ext cx="207040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0" y="1554480"/>
            <a:ext cx="3383280" cy="22402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554480"/>
            <a:ext cx="36576" cy="224028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Comparație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121408"/>
            <a:ext cx="2971800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Bare și grafic radar: tu față de piață.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977639"/>
            <a:ext cx="3383280" cy="210312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3977639"/>
            <a:ext cx="36576" cy="21031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605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Idei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44568"/>
            <a:ext cx="29718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Sfaturi concrete pentru golurile găsite.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ACȚIONEAZĂ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Mission Control: o misiune de 48 de 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09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4599432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52628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0" y="1554480"/>
            <a:ext cx="2651760" cy="22402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36576" cy="224028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5 agenți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21408"/>
            <a:ext cx="2240279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Analist, strateg, creator, builder și Name Scout.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977639"/>
            <a:ext cx="2651760" cy="210312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977639"/>
            <a:ext cx="36576" cy="21031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60520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Fallback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44568"/>
            <a:ext cx="2240279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Fără răspuns AI în 8 s, aplicația continuă cu reguli locale.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-p-mi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463040"/>
            <a:ext cx="2070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ACȚIONEAZĂ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Un site temporar, gata în câteva secunde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4415436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342284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6112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-p-web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463040"/>
            <a:ext cx="207040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0" y="1554480"/>
            <a:ext cx="2834640" cy="192024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554480"/>
            <a:ext cx="36576" cy="192024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7373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Editabil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121408"/>
            <a:ext cx="242316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Titlu, text, culori, temă și font, cu previzualizare pe desktop, tabletă și telefon.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657600"/>
            <a:ext cx="2834640" cy="242316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3657600"/>
            <a:ext cx="36576" cy="24231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8404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224528"/>
            <a:ext cx="2423160" cy="1764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ZIP, HTML sau PNG. Linkurile sociale, inclusiv Facebook, apar în footer.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MĂSOARĂ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Pachet de acțiune și Proof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3" y="1517904"/>
            <a:ext cx="3915605" cy="4599432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842453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18304" y="1517904"/>
            <a:ext cx="4096512" cy="3278201"/>
          </a:xfrm>
          <a:prstGeom prst="rect">
            <a:avLst/>
          </a:prstGeom>
          <a:solidFill>
            <a:srgbClr val="2C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54480"/>
            <a:ext cx="4023360" cy="32050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41832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-p-pul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463040"/>
            <a:ext cx="2070400" cy="4480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54880" y="4937760"/>
            <a:ext cx="4023360" cy="11430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4937760"/>
            <a:ext cx="36576" cy="11430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51206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Fără promisiuni goale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504688"/>
            <a:ext cx="36118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Ținte, nu predicții. Valorile după 48 de ore sunt introduse de manager și etichetate.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TRANSFORMAREA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Din semnale împrăștiate în clienți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611880" cy="20574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6576" cy="205740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Verificare și sfaturi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2004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Recenziile sunt analizate, iar managerul primește pași concreți.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645920"/>
            <a:ext cx="3611880" cy="20574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645920"/>
            <a:ext cx="36576" cy="205740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28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O sinteză a firmei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12848"/>
            <a:ext cx="32004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Tot ce există online despre afacere, într-un singur loc.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645920"/>
            <a:ext cx="3611880" cy="20574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645920"/>
            <a:ext cx="36576" cy="20574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828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Mai multă încredere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212848"/>
            <a:ext cx="32004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Clienții au încredere în firmă când informațiile sunt verificate.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3611880" cy="20574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36576" cy="20574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Mai mulți clienți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3200400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Firma devine ușor de găsit și de recomandat online.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886200"/>
            <a:ext cx="3611880" cy="20574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86200"/>
            <a:ext cx="36576" cy="20574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4069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Economie locală mai puternică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453128"/>
            <a:ext cx="3200400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7C2"/>
                </a:solidFill>
                <a:latin typeface="IBM Plex Sans"/>
              </a:rPr>
              <a:t>Startup-uri și afaceri mici, mai vizibile în orașul lor.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886200"/>
            <a:ext cx="3611880" cy="205740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86200"/>
            <a:ext cx="36576" cy="205740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51960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18320" y="4389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LocalBoost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Observă · Diagnostichează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Acționează · Măsoară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5640"/>
                </a:solidFill>
                <a:latin typeface="Fira Code"/>
              </a:rPr>
              <a:t>FUNCȚII · SUB CAPOTĂ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IBM Plex Sans"/>
              </a:rPr>
              <a:t>Încredere prin transparență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1148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7C2"/>
                </a:solidFill>
                <a:latin typeface="Fira Code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703320" cy="20116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6576" cy="201168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PWA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2918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Se instalează pe telefon și pe desktop, funcționează fără internet.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703320" cy="20116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6576" cy="2011680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Aplicație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12848"/>
            <a:ext cx="32918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Build Capacitor, același cod, ecran de pornire propriu.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3703320" cy="20116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36576" cy="20116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AI cu rezervă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07408"/>
            <a:ext cx="32918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Cheia rămâne pe server. Dacă AI-ul nu răspunde, intră regulile locale.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840480"/>
            <a:ext cx="3703320" cy="2011680"/>
          </a:xfrm>
          <a:prstGeom prst="rect">
            <a:avLst/>
          </a:prstGeom>
          <a:solidFill>
            <a:srgbClr val="0F1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840480"/>
            <a:ext cx="36576" cy="20116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02336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Sans"/>
              </a:rPr>
              <a:t>5 limbi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07408"/>
            <a:ext cx="32918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B7C2"/>
                </a:solidFill>
                <a:latin typeface="IBM Plex Sans"/>
              </a:rPr>
              <a:t>Română, engleză, franceză, germană, maghiară. Temă luminoasă și întunecată.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371600"/>
            <a:ext cx="2253280" cy="4663440"/>
          </a:xfrm>
          <a:prstGeom prst="roundRect">
            <a:avLst>
              <a:gd name="adj" fmla="val 7000"/>
            </a:avLst>
          </a:prstGeom>
          <a:solidFill>
            <a:srgbClr val="0A141B"/>
          </a:solidFill>
          <a:ln w="9525">
            <a:solidFill>
              <a:srgbClr val="2C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-p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463040"/>
            <a:ext cx="2070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8016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92608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IBM Plex Sans"/>
              </a:rPr>
              <a:t>Mulțumim!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FD700"/>
                </a:solidFill>
                <a:latin typeface="IBM Plex Sans"/>
              </a:rPr>
              <a:t>Din semnale împrăștiate, în pași care aduc clienți.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88152" y="4480560"/>
            <a:ext cx="612648" cy="27432"/>
          </a:xfrm>
          <a:prstGeom prst="rect">
            <a:avLst/>
          </a:prstGeom>
          <a:solidFill>
            <a:srgbClr val="FF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A9B7C2"/>
                </a:solidFill>
                <a:latin typeface="IBM Plex Sans"/>
              </a:rPr>
              <a:t>Întrebări?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Pitch-ul tău, slide cu slide - template de pitch</dc:title>
  <dc:subject/>
  <dc:creator>Andrei Margelatu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ro-RO</dc:language>
</cp:coreProperties>
</file>